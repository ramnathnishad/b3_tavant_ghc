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77" r:id="rId4"/>
    <p:sldId id="268" r:id="rId5"/>
    <p:sldId id="278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7" r:id="rId17"/>
    <p:sldId id="298" r:id="rId18"/>
    <p:sldId id="299" r:id="rId19"/>
    <p:sldId id="300" r:id="rId20"/>
    <p:sldId id="266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50CAF-71A3-4F80-8CE4-FB3823D37E0C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F27B1-A143-49AF-BF11-02623AE011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3387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50CAF-71A3-4F80-8CE4-FB3823D37E0C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F27B1-A143-49AF-BF11-02623AE011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0473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50CAF-71A3-4F80-8CE4-FB3823D37E0C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F27B1-A143-49AF-BF11-02623AE011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7707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50CAF-71A3-4F80-8CE4-FB3823D37E0C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F27B1-A143-49AF-BF11-02623AE011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4085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50CAF-71A3-4F80-8CE4-FB3823D37E0C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F27B1-A143-49AF-BF11-02623AE011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308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50CAF-71A3-4F80-8CE4-FB3823D37E0C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F27B1-A143-49AF-BF11-02623AE011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168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50CAF-71A3-4F80-8CE4-FB3823D37E0C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F27B1-A143-49AF-BF11-02623AE011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025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50CAF-71A3-4F80-8CE4-FB3823D37E0C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F27B1-A143-49AF-BF11-02623AE011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533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50CAF-71A3-4F80-8CE4-FB3823D37E0C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F27B1-A143-49AF-BF11-02623AE011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487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50CAF-71A3-4F80-8CE4-FB3823D37E0C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F27B1-A143-49AF-BF11-02623AE011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3190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50CAF-71A3-4F80-8CE4-FB3823D37E0C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F27B1-A143-49AF-BF11-02623AE011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635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50CAF-71A3-4F80-8CE4-FB3823D37E0C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4F27B1-A143-49AF-BF11-02623AE011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9698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391023"/>
            <a:ext cx="7772400" cy="1470025"/>
          </a:xfrm>
        </p:spPr>
        <p:txBody>
          <a:bodyPr/>
          <a:lstStyle/>
          <a:p>
            <a:r>
              <a:rPr lang="en-IN" b="1" dirty="0" smtClean="0"/>
              <a:t>Knowledge Check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54897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 smtClean="0"/>
              <a:t>Q1.Which </a:t>
            </a:r>
            <a:r>
              <a:rPr lang="en-IN" b="1" dirty="0"/>
              <a:t>of the following choices isn't mentioned as one of the programming languages receiving strong support from GitHub </a:t>
            </a:r>
            <a:r>
              <a:rPr lang="en-IN" b="1" dirty="0" err="1"/>
              <a:t>Copilot</a:t>
            </a:r>
            <a:r>
              <a:rPr lang="en-IN" b="1" dirty="0"/>
              <a:t>?</a:t>
            </a:r>
            <a:endParaRPr lang="en-IN" dirty="0"/>
          </a:p>
          <a:p>
            <a:r>
              <a:rPr lang="en-IN" dirty="0"/>
              <a:t>Python</a:t>
            </a:r>
          </a:p>
          <a:p>
            <a:r>
              <a:rPr lang="en-IN" dirty="0"/>
              <a:t>JavaScript</a:t>
            </a:r>
          </a:p>
          <a:p>
            <a:r>
              <a:rPr lang="en-IN" dirty="0"/>
              <a:t>Rust</a:t>
            </a:r>
          </a:p>
          <a:p>
            <a:r>
              <a:rPr lang="en-IN" dirty="0"/>
              <a:t>Ruby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2639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 smtClean="0"/>
              <a:t>Q1.Which </a:t>
            </a:r>
            <a:r>
              <a:rPr lang="en-IN" b="1" dirty="0"/>
              <a:t>of the following choices isn't mentioned as one of the programming languages receiving strong support from GitHub </a:t>
            </a:r>
            <a:r>
              <a:rPr lang="en-IN" b="1" dirty="0" err="1"/>
              <a:t>Copilot</a:t>
            </a:r>
            <a:r>
              <a:rPr lang="en-IN" b="1" dirty="0"/>
              <a:t>?</a:t>
            </a:r>
            <a:endParaRPr lang="en-IN" dirty="0"/>
          </a:p>
          <a:p>
            <a:r>
              <a:rPr lang="en-IN" dirty="0"/>
              <a:t>Python</a:t>
            </a:r>
          </a:p>
          <a:p>
            <a:r>
              <a:rPr lang="en-IN" dirty="0"/>
              <a:t>JavaScript</a:t>
            </a:r>
          </a:p>
          <a:p>
            <a:r>
              <a:rPr lang="en-IN" dirty="0">
                <a:solidFill>
                  <a:srgbClr val="FF0000"/>
                </a:solidFill>
              </a:rPr>
              <a:t>Rust</a:t>
            </a:r>
          </a:p>
          <a:p>
            <a:r>
              <a:rPr lang="en-IN" dirty="0"/>
              <a:t>Ruby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5316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 smtClean="0"/>
              <a:t>Q2. Which </a:t>
            </a:r>
            <a:r>
              <a:rPr lang="en-IN" b="1" dirty="0"/>
              <a:t>slash command in GitHub </a:t>
            </a:r>
            <a:r>
              <a:rPr lang="en-IN" b="1" dirty="0" err="1"/>
              <a:t>Copilot</a:t>
            </a:r>
            <a:r>
              <a:rPr lang="en-IN" b="1" dirty="0"/>
              <a:t> Chat is used to generate unit tests for selected code?</a:t>
            </a:r>
            <a:endParaRPr lang="en-IN" dirty="0"/>
          </a:p>
          <a:p>
            <a:r>
              <a:rPr lang="en-IN" dirty="0"/>
              <a:t>/generate</a:t>
            </a:r>
          </a:p>
          <a:p>
            <a:r>
              <a:rPr lang="en-IN" dirty="0"/>
              <a:t>/test</a:t>
            </a:r>
          </a:p>
          <a:p>
            <a:r>
              <a:rPr lang="en-IN" dirty="0"/>
              <a:t>/tests</a:t>
            </a:r>
          </a:p>
          <a:p>
            <a:r>
              <a:rPr lang="en-IN" dirty="0"/>
              <a:t>/</a:t>
            </a:r>
            <a:r>
              <a:rPr lang="en-IN" dirty="0" err="1"/>
              <a:t>unittest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6065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 smtClean="0"/>
              <a:t>Q2. Which </a:t>
            </a:r>
            <a:r>
              <a:rPr lang="en-IN" b="1" dirty="0"/>
              <a:t>slash command in GitHub </a:t>
            </a:r>
            <a:r>
              <a:rPr lang="en-IN" b="1" dirty="0" err="1"/>
              <a:t>Copilot</a:t>
            </a:r>
            <a:r>
              <a:rPr lang="en-IN" b="1" dirty="0"/>
              <a:t> Chat is used to generate unit tests for selected code?</a:t>
            </a:r>
            <a:endParaRPr lang="en-IN" dirty="0"/>
          </a:p>
          <a:p>
            <a:r>
              <a:rPr lang="en-IN" dirty="0"/>
              <a:t>/generate</a:t>
            </a:r>
          </a:p>
          <a:p>
            <a:r>
              <a:rPr lang="en-IN" dirty="0"/>
              <a:t>/test</a:t>
            </a:r>
          </a:p>
          <a:p>
            <a:r>
              <a:rPr lang="en-IN" dirty="0">
                <a:solidFill>
                  <a:srgbClr val="FF0000"/>
                </a:solidFill>
              </a:rPr>
              <a:t>/tests</a:t>
            </a:r>
          </a:p>
          <a:p>
            <a:r>
              <a:rPr lang="en-IN" dirty="0"/>
              <a:t>/</a:t>
            </a:r>
            <a:r>
              <a:rPr lang="en-IN" dirty="0" err="1"/>
              <a:t>unittest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2574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IN" b="1" dirty="0" smtClean="0"/>
              <a:t>Q3. </a:t>
            </a:r>
            <a:r>
              <a:rPr lang="en-IN" b="1" dirty="0"/>
              <a:t>In which scenario is the "Ask </a:t>
            </a:r>
            <a:r>
              <a:rPr lang="en-IN" b="1" dirty="0" err="1"/>
              <a:t>Copilot</a:t>
            </a:r>
            <a:r>
              <a:rPr lang="en-IN" b="1" dirty="0"/>
              <a:t>" mode most useful?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A. Refactoring code</a:t>
            </a:r>
            <a:br>
              <a:rPr lang="en-IN" dirty="0"/>
            </a:br>
            <a:r>
              <a:rPr lang="en-IN" dirty="0"/>
              <a:t>B. Installing </a:t>
            </a:r>
            <a:r>
              <a:rPr lang="en-IN" dirty="0" err="1"/>
              <a:t>NuGet</a:t>
            </a:r>
            <a:r>
              <a:rPr lang="en-IN" dirty="0"/>
              <a:t> packages</a:t>
            </a:r>
            <a:br>
              <a:rPr lang="en-IN" dirty="0"/>
            </a:br>
            <a:r>
              <a:rPr lang="en-IN" dirty="0"/>
              <a:t>C. Asking for explanations or code snippets in natural language</a:t>
            </a:r>
            <a:br>
              <a:rPr lang="en-IN" dirty="0"/>
            </a:br>
            <a:r>
              <a:rPr lang="en-IN" dirty="0"/>
              <a:t>D. Automatically deploying your app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4710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IN" b="1" dirty="0" smtClean="0"/>
              <a:t>Q3. </a:t>
            </a:r>
            <a:r>
              <a:rPr lang="en-IN" b="1" dirty="0"/>
              <a:t>In which scenario is the "Ask </a:t>
            </a:r>
            <a:r>
              <a:rPr lang="en-IN" b="1" dirty="0" err="1"/>
              <a:t>Copilot</a:t>
            </a:r>
            <a:r>
              <a:rPr lang="en-IN" b="1" dirty="0"/>
              <a:t>" mode most useful?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A. Refactoring code</a:t>
            </a:r>
            <a:br>
              <a:rPr lang="en-IN" dirty="0"/>
            </a:br>
            <a:r>
              <a:rPr lang="en-IN" dirty="0"/>
              <a:t>B. Installing </a:t>
            </a:r>
            <a:r>
              <a:rPr lang="en-IN" dirty="0" err="1"/>
              <a:t>NuGet</a:t>
            </a:r>
            <a:r>
              <a:rPr lang="en-IN" dirty="0"/>
              <a:t> packages</a:t>
            </a:r>
            <a:br>
              <a:rPr lang="en-IN" dirty="0"/>
            </a:br>
            <a:r>
              <a:rPr lang="en-IN" dirty="0">
                <a:solidFill>
                  <a:srgbClr val="FF0000"/>
                </a:solidFill>
              </a:rPr>
              <a:t>C. Asking for explanations or code snippets in natural language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D. Automatically deploying your app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8812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IN" b="1" dirty="0" smtClean="0"/>
              <a:t>Q4. </a:t>
            </a:r>
            <a:r>
              <a:rPr lang="en-IN" b="1" dirty="0"/>
              <a:t>In what situation would GitHub </a:t>
            </a:r>
            <a:r>
              <a:rPr lang="en-IN" b="1" dirty="0" err="1"/>
              <a:t>Copilot</a:t>
            </a:r>
            <a:r>
              <a:rPr lang="en-IN" b="1" dirty="0"/>
              <a:t> Agent (when available) be preferred over Ask or </a:t>
            </a:r>
            <a:r>
              <a:rPr lang="en-IN" b="1" dirty="0" smtClean="0"/>
              <a:t>Plan mode?</a:t>
            </a:r>
          </a:p>
          <a:p>
            <a:pPr marL="0" indent="0">
              <a:buNone/>
            </a:pPr>
            <a:r>
              <a:rPr lang="en-IN" dirty="0"/>
              <a:t>A. When you want to rename a variable</a:t>
            </a:r>
            <a:br>
              <a:rPr lang="en-IN" dirty="0"/>
            </a:br>
            <a:r>
              <a:rPr lang="en-IN" dirty="0"/>
              <a:t>B. When fixing a small bug in a single file</a:t>
            </a:r>
            <a:br>
              <a:rPr lang="en-IN" dirty="0"/>
            </a:br>
            <a:r>
              <a:rPr lang="en-IN" dirty="0"/>
              <a:t>C. When implementing a multi-step feature across files</a:t>
            </a:r>
            <a:br>
              <a:rPr lang="en-IN" dirty="0"/>
            </a:br>
            <a:r>
              <a:rPr lang="en-IN" dirty="0"/>
              <a:t>D. When asking for a code explanation</a:t>
            </a:r>
          </a:p>
        </p:txBody>
      </p:sp>
    </p:spTree>
    <p:extLst>
      <p:ext uri="{BB962C8B-B14F-4D97-AF65-F5344CB8AC3E}">
        <p14:creationId xmlns:p14="http://schemas.microsoft.com/office/powerpoint/2010/main" val="2852222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IN" b="1" dirty="0" smtClean="0"/>
              <a:t>Q4. </a:t>
            </a:r>
            <a:r>
              <a:rPr lang="en-IN" b="1" dirty="0"/>
              <a:t>In what situation would GitHub </a:t>
            </a:r>
            <a:r>
              <a:rPr lang="en-IN" b="1" dirty="0" err="1"/>
              <a:t>Copilot</a:t>
            </a:r>
            <a:r>
              <a:rPr lang="en-IN" b="1" dirty="0"/>
              <a:t> Agent (when available) be preferred over Ask or </a:t>
            </a:r>
            <a:r>
              <a:rPr lang="en-IN" b="1" dirty="0" smtClean="0"/>
              <a:t>Plan mode?</a:t>
            </a:r>
          </a:p>
          <a:p>
            <a:pPr marL="0" indent="0">
              <a:buNone/>
            </a:pPr>
            <a:r>
              <a:rPr lang="en-IN" dirty="0"/>
              <a:t>A. When you want to rename a variable</a:t>
            </a:r>
            <a:br>
              <a:rPr lang="en-IN" dirty="0"/>
            </a:br>
            <a:r>
              <a:rPr lang="en-IN" dirty="0"/>
              <a:t>B. When fixing a small bug in a single file</a:t>
            </a:r>
            <a:br>
              <a:rPr lang="en-IN" dirty="0"/>
            </a:br>
            <a:r>
              <a:rPr lang="en-IN" dirty="0">
                <a:solidFill>
                  <a:srgbClr val="FF0000"/>
                </a:solidFill>
              </a:rPr>
              <a:t>C. When implementing a multi-step feature across files</a:t>
            </a:r>
            <a:br>
              <a:rPr lang="en-IN" dirty="0">
                <a:solidFill>
                  <a:srgbClr val="FF0000"/>
                </a:solidFill>
              </a:rPr>
            </a:br>
            <a:r>
              <a:rPr lang="en-IN" dirty="0"/>
              <a:t>D. When asking for a code explanation</a:t>
            </a:r>
          </a:p>
        </p:txBody>
      </p:sp>
    </p:spTree>
    <p:extLst>
      <p:ext uri="{BB962C8B-B14F-4D97-AF65-F5344CB8AC3E}">
        <p14:creationId xmlns:p14="http://schemas.microsoft.com/office/powerpoint/2010/main" val="3568556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 smtClean="0"/>
              <a:t>Q5. </a:t>
            </a:r>
            <a:r>
              <a:rPr lang="en-IN" b="1" dirty="0"/>
              <a:t>Which GitHub </a:t>
            </a:r>
            <a:r>
              <a:rPr lang="en-IN" b="1" dirty="0" err="1"/>
              <a:t>Copilot</a:t>
            </a:r>
            <a:r>
              <a:rPr lang="en-IN" b="1" dirty="0"/>
              <a:t> mode allows you to give natural language instructions to edit </a:t>
            </a:r>
            <a:r>
              <a:rPr lang="en-IN" b="1" dirty="0" smtClean="0"/>
              <a:t>selected </a:t>
            </a:r>
            <a:r>
              <a:rPr lang="en-IN" b="1" dirty="0"/>
              <a:t>code</a:t>
            </a:r>
            <a:r>
              <a:rPr lang="en-IN" b="1" dirty="0" smtClean="0"/>
              <a:t>?</a:t>
            </a:r>
          </a:p>
          <a:p>
            <a:pPr marL="0" indent="0">
              <a:buNone/>
            </a:pPr>
            <a:r>
              <a:rPr lang="en-IN" dirty="0"/>
              <a:t>A. Ask Mode</a:t>
            </a:r>
            <a:br>
              <a:rPr lang="en-IN" dirty="0"/>
            </a:br>
            <a:r>
              <a:rPr lang="en-IN" dirty="0"/>
              <a:t>B. Code Mode</a:t>
            </a:r>
            <a:br>
              <a:rPr lang="en-IN" dirty="0"/>
            </a:br>
            <a:r>
              <a:rPr lang="en-IN" dirty="0"/>
              <a:t>C. </a:t>
            </a:r>
            <a:r>
              <a:rPr lang="en-IN" dirty="0" smtClean="0"/>
              <a:t>Plan </a:t>
            </a:r>
            <a:r>
              <a:rPr lang="en-IN" dirty="0"/>
              <a:t>Mode</a:t>
            </a:r>
            <a:br>
              <a:rPr lang="en-IN" dirty="0"/>
            </a:br>
            <a:r>
              <a:rPr lang="en-IN" dirty="0"/>
              <a:t>D. Agent Mode</a:t>
            </a:r>
          </a:p>
        </p:txBody>
      </p:sp>
    </p:spTree>
    <p:extLst>
      <p:ext uri="{BB962C8B-B14F-4D97-AF65-F5344CB8AC3E}">
        <p14:creationId xmlns:p14="http://schemas.microsoft.com/office/powerpoint/2010/main" val="328108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 smtClean="0"/>
              <a:t>Q5. </a:t>
            </a:r>
            <a:r>
              <a:rPr lang="en-IN" b="1" dirty="0"/>
              <a:t>Which GitHub </a:t>
            </a:r>
            <a:r>
              <a:rPr lang="en-IN" b="1" dirty="0" err="1"/>
              <a:t>Copilot</a:t>
            </a:r>
            <a:r>
              <a:rPr lang="en-IN" b="1" dirty="0"/>
              <a:t> mode allows you to give natural language instructions to edit </a:t>
            </a:r>
            <a:r>
              <a:rPr lang="en-IN" b="1" dirty="0" smtClean="0"/>
              <a:t>selected </a:t>
            </a:r>
            <a:r>
              <a:rPr lang="en-IN" b="1" dirty="0"/>
              <a:t>code</a:t>
            </a:r>
            <a:r>
              <a:rPr lang="en-IN" b="1" dirty="0" smtClean="0"/>
              <a:t>?</a:t>
            </a:r>
          </a:p>
          <a:p>
            <a:pPr marL="0" indent="0">
              <a:buNone/>
            </a:pPr>
            <a:r>
              <a:rPr lang="en-IN" dirty="0"/>
              <a:t>A. Ask Mode</a:t>
            </a:r>
            <a:br>
              <a:rPr lang="en-IN" dirty="0"/>
            </a:br>
            <a:r>
              <a:rPr lang="en-IN" dirty="0"/>
              <a:t>B. Code Mode</a:t>
            </a:r>
            <a:br>
              <a:rPr lang="en-IN" dirty="0"/>
            </a:br>
            <a:r>
              <a:rPr lang="en-IN" dirty="0"/>
              <a:t>C. </a:t>
            </a:r>
            <a:r>
              <a:rPr lang="en-IN" dirty="0" smtClean="0"/>
              <a:t>Plan </a:t>
            </a:r>
            <a:r>
              <a:rPr lang="en-IN" dirty="0"/>
              <a:t>Mode</a:t>
            </a:r>
            <a:br>
              <a:rPr lang="en-IN" dirty="0"/>
            </a:br>
            <a:r>
              <a:rPr lang="en-IN" dirty="0">
                <a:solidFill>
                  <a:srgbClr val="FF0000"/>
                </a:solidFill>
              </a:rPr>
              <a:t>D. Agent Mode</a:t>
            </a:r>
          </a:p>
        </p:txBody>
      </p:sp>
    </p:spTree>
    <p:extLst>
      <p:ext uri="{BB962C8B-B14F-4D97-AF65-F5344CB8AC3E}">
        <p14:creationId xmlns:p14="http://schemas.microsoft.com/office/powerpoint/2010/main" val="3338584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 smtClean="0"/>
              <a:t>Q6. </a:t>
            </a:r>
            <a:r>
              <a:rPr lang="en-IN" b="1" dirty="0"/>
              <a:t>What is the primary function of GitHub </a:t>
            </a:r>
            <a:r>
              <a:rPr lang="en-IN" b="1" dirty="0" err="1"/>
              <a:t>Copilot's</a:t>
            </a:r>
            <a:r>
              <a:rPr lang="en-IN" b="1" dirty="0"/>
              <a:t> </a:t>
            </a:r>
            <a:r>
              <a:rPr lang="en-IN" b="1" dirty="0" smtClean="0"/>
              <a:t>"Agent" </a:t>
            </a:r>
            <a:r>
              <a:rPr lang="en-IN" b="1" dirty="0"/>
              <a:t>mode?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A. To commit code directly to GitHub</a:t>
            </a:r>
            <a:br>
              <a:rPr lang="en-IN" dirty="0"/>
            </a:br>
            <a:r>
              <a:rPr lang="en-IN" dirty="0"/>
              <a:t>B. To edit </a:t>
            </a:r>
            <a:r>
              <a:rPr lang="en-IN" dirty="0" smtClean="0"/>
              <a:t>the code </a:t>
            </a:r>
            <a:r>
              <a:rPr lang="en-IN" dirty="0"/>
              <a:t>using natural language instructions</a:t>
            </a:r>
            <a:br>
              <a:rPr lang="en-IN" dirty="0"/>
            </a:br>
            <a:r>
              <a:rPr lang="en-IN" dirty="0"/>
              <a:t>C. To run unit tests automatically</a:t>
            </a:r>
            <a:br>
              <a:rPr lang="en-IN" dirty="0"/>
            </a:br>
            <a:r>
              <a:rPr lang="en-IN" dirty="0"/>
              <a:t>D. To delete unused code lines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9949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 smtClean="0"/>
              <a:t>Q6. </a:t>
            </a:r>
            <a:r>
              <a:rPr lang="en-IN" b="1" dirty="0"/>
              <a:t>What is the primary function of GitHub </a:t>
            </a:r>
            <a:r>
              <a:rPr lang="en-IN" b="1" dirty="0" err="1"/>
              <a:t>Copilot's</a:t>
            </a:r>
            <a:r>
              <a:rPr lang="en-IN" b="1" dirty="0"/>
              <a:t> </a:t>
            </a:r>
            <a:r>
              <a:rPr lang="en-IN" b="1" dirty="0" smtClean="0"/>
              <a:t>“Agent" </a:t>
            </a:r>
            <a:r>
              <a:rPr lang="en-IN" b="1" dirty="0"/>
              <a:t>mode?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A. To commit code directly to GitHub</a:t>
            </a:r>
            <a:br>
              <a:rPr lang="en-IN" dirty="0"/>
            </a:br>
            <a:r>
              <a:rPr lang="en-IN" dirty="0">
                <a:solidFill>
                  <a:srgbClr val="FF0000"/>
                </a:solidFill>
              </a:rPr>
              <a:t>B. To edit </a:t>
            </a:r>
            <a:r>
              <a:rPr lang="en-IN" dirty="0" smtClean="0">
                <a:solidFill>
                  <a:srgbClr val="FF0000"/>
                </a:solidFill>
              </a:rPr>
              <a:t>the code </a:t>
            </a:r>
            <a:r>
              <a:rPr lang="en-IN" dirty="0">
                <a:solidFill>
                  <a:srgbClr val="FF0000"/>
                </a:solidFill>
              </a:rPr>
              <a:t>using natural language instructions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C. To run unit tests automatically</a:t>
            </a:r>
            <a:br>
              <a:rPr lang="en-IN" dirty="0"/>
            </a:br>
            <a:r>
              <a:rPr lang="en-IN" dirty="0"/>
              <a:t>D. To delete unused code lines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4591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Q7.</a:t>
            </a:r>
            <a:r>
              <a:rPr lang="en-US" dirty="0" smtClean="0"/>
              <a:t> </a:t>
            </a:r>
            <a:r>
              <a:rPr lang="en-US" dirty="0"/>
              <a:t>What does GitHub Copilot use to generate inline code suggestions?</a:t>
            </a:r>
            <a:br>
              <a:rPr lang="en-US" dirty="0"/>
            </a:br>
            <a:r>
              <a:rPr lang="en-US" dirty="0"/>
              <a:t>A. A fixed template engine</a:t>
            </a:r>
            <a:br>
              <a:rPr lang="en-US" dirty="0"/>
            </a:br>
            <a:r>
              <a:rPr lang="en-US" dirty="0"/>
              <a:t>B. Publicly available code only</a:t>
            </a:r>
            <a:br>
              <a:rPr lang="en-US" dirty="0"/>
            </a:br>
            <a:r>
              <a:rPr lang="en-US" dirty="0"/>
              <a:t>C. The context from the current file and your coding patterns</a:t>
            </a:r>
            <a:br>
              <a:rPr lang="en-US" dirty="0"/>
            </a:br>
            <a:r>
              <a:rPr lang="en-US" dirty="0"/>
              <a:t>D. Manual rule-based logic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9165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Q7.</a:t>
            </a:r>
            <a:r>
              <a:rPr lang="en-US" dirty="0" smtClean="0"/>
              <a:t> </a:t>
            </a:r>
            <a:r>
              <a:rPr lang="en-US" dirty="0"/>
              <a:t>What does GitHub Copilot use to generate inline code suggestions?</a:t>
            </a:r>
            <a:br>
              <a:rPr lang="en-US" dirty="0"/>
            </a:br>
            <a:r>
              <a:rPr lang="en-US" dirty="0"/>
              <a:t>A. A fixed template engine</a:t>
            </a:r>
            <a:br>
              <a:rPr lang="en-US" dirty="0"/>
            </a:br>
            <a:r>
              <a:rPr lang="en-US" dirty="0"/>
              <a:t>B. Publicly available code only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C. The context from the current file and your coding patterns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D. Manual rule-based logic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9762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856" y="1052736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Q8. </a:t>
            </a:r>
            <a:r>
              <a:rPr lang="en-US" dirty="0" smtClean="0">
                <a:solidFill>
                  <a:srgbClr val="FF0000"/>
                </a:solidFill>
              </a:rPr>
              <a:t>What is the purpose of the @terminal agent in GitHub Copilot Chat?</a:t>
            </a:r>
          </a:p>
          <a:p>
            <a:r>
              <a:rPr lang="en-US" dirty="0" smtClean="0"/>
              <a:t> To focus only on the current file</a:t>
            </a:r>
          </a:p>
          <a:p>
            <a:r>
              <a:rPr lang="en-US" dirty="0" smtClean="0"/>
              <a:t> To extend the context of questions to the terminal window</a:t>
            </a:r>
          </a:p>
          <a:p>
            <a:r>
              <a:rPr lang="en-US" dirty="0" smtClean="0"/>
              <a:t> To run terminal commands</a:t>
            </a:r>
          </a:p>
          <a:p>
            <a:r>
              <a:rPr lang="en-US" dirty="0" smtClean="0"/>
              <a:t> To change Visual Studio Code settings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7797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856" y="1052736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Q8. </a:t>
            </a:r>
            <a:r>
              <a:rPr lang="en-US" dirty="0" smtClean="0">
                <a:solidFill>
                  <a:srgbClr val="FF0000"/>
                </a:solidFill>
              </a:rPr>
              <a:t>What is the purpose of the @terminal agent in GitHub Copilot Chat?</a:t>
            </a:r>
          </a:p>
          <a:p>
            <a:r>
              <a:rPr lang="en-US" dirty="0" smtClean="0"/>
              <a:t> To focus only on the current file</a:t>
            </a:r>
          </a:p>
          <a:p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To extend the context of questions to the terminal window</a:t>
            </a:r>
          </a:p>
          <a:p>
            <a:r>
              <a:rPr lang="en-US" dirty="0" smtClean="0"/>
              <a:t> To run terminal commands</a:t>
            </a:r>
          </a:p>
          <a:p>
            <a:r>
              <a:rPr lang="en-US" dirty="0" smtClean="0"/>
              <a:t> To change Visual Studio Code settings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0049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36145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Q9. </a:t>
            </a:r>
            <a:r>
              <a:rPr lang="en-US" dirty="0" smtClean="0">
                <a:solidFill>
                  <a:srgbClr val="FF0000"/>
                </a:solidFill>
              </a:rPr>
              <a:t>What are the benefits of using agents like '@terminal' when interacting with GitHub Copilot?</a:t>
            </a:r>
          </a:p>
          <a:p>
            <a:r>
              <a:rPr lang="en-US" dirty="0" smtClean="0"/>
              <a:t> Agents in Visual Studio Code help you ask questions within a specific context, allowing for more precise and relevant answers from GitHub Copilot.</a:t>
            </a:r>
          </a:p>
          <a:p>
            <a:r>
              <a:rPr lang="en-US" dirty="0" smtClean="0"/>
              <a:t> Agents help enforce a consistent code format based on best practices within Visual Studio Code for improved readability.</a:t>
            </a:r>
          </a:p>
          <a:p>
            <a:r>
              <a:rPr lang="en-US" dirty="0" smtClean="0"/>
              <a:t> Agents provide extra security features for detecting vulnerabilities and intrusions within Visual Studio Code projects.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4147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36145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Q9. </a:t>
            </a:r>
            <a:r>
              <a:rPr lang="en-US" dirty="0" smtClean="0">
                <a:solidFill>
                  <a:srgbClr val="FF0000"/>
                </a:solidFill>
              </a:rPr>
              <a:t>What are the benefits of using agents like '@terminal' when interacting with GitHub Copilot?</a:t>
            </a:r>
          </a:p>
          <a:p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Agents in Visual Studio Code help you ask questions within a specific context, allowing for more precise and relevant answers from GitHub Copilot.</a:t>
            </a:r>
          </a:p>
          <a:p>
            <a:r>
              <a:rPr lang="en-US" dirty="0" smtClean="0"/>
              <a:t> Agents help enforce a consistent code format based on best practices within Visual Studio Code for improved readability.</a:t>
            </a:r>
          </a:p>
          <a:p>
            <a:r>
              <a:rPr lang="en-US" dirty="0" smtClean="0"/>
              <a:t> Agents provide extra security features for detecting vulnerabilities and intrusions within Visual Studio Code projects.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3018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636912"/>
            <a:ext cx="8229600" cy="1143000"/>
          </a:xfrm>
        </p:spPr>
        <p:txBody>
          <a:bodyPr>
            <a:normAutofit/>
          </a:bodyPr>
          <a:lstStyle/>
          <a:p>
            <a:r>
              <a:rPr lang="en-IN" sz="5400" b="1" dirty="0" smtClean="0"/>
              <a:t>Thank you !</a:t>
            </a:r>
            <a:endParaRPr lang="en-IN" sz="5400" b="1" dirty="0"/>
          </a:p>
        </p:txBody>
      </p:sp>
    </p:spTree>
    <p:extLst>
      <p:ext uri="{BB962C8B-B14F-4D97-AF65-F5344CB8AC3E}">
        <p14:creationId xmlns:p14="http://schemas.microsoft.com/office/powerpoint/2010/main" val="596809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555</Words>
  <Application>Microsoft Office PowerPoint</Application>
  <PresentationFormat>On-screen Show (4:3)</PresentationFormat>
  <Paragraphs>54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Knowledge Check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Knowledge Check</dc:title>
  <dc:creator>Ramnath Nishad</dc:creator>
  <cp:lastModifiedBy>Ramnath Nishad</cp:lastModifiedBy>
  <cp:revision>14</cp:revision>
  <dcterms:created xsi:type="dcterms:W3CDTF">2025-07-07T21:05:24Z</dcterms:created>
  <dcterms:modified xsi:type="dcterms:W3CDTF">2026-05-18T04:11:23Z</dcterms:modified>
</cp:coreProperties>
</file>